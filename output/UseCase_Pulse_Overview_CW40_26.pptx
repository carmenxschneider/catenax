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Overview CW 40 / 2026 – one row per use case, sorted by overall status.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p:cNvSpPr txBox="1"/>
          <p:nvPr/>
        </p:nvSpPr>
        <p:spPr>
          <a:xfrm>
            <a:off x="10195560" y="1088136"/>
            <a:ext cx="182880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53BE70"/>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53BE70"/>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Rescope von 15 auf 1 Lieferant, bis Early Warning Production MVP live ist.</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Wie und wann wird über die WINGS-Connectivity-Rollout-Roadmap entschieden?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