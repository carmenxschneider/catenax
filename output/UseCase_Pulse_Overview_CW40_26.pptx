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Overview CW 40 / 2026 – one row per use case, sorted by overall status.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enabled 2026"/>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 ENABLED 2026</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Rescope von 15 auf 1 Lieferant, bis Early Warning Production MVP live ist.</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Wie und wann wird über die WINGS-Connectivity-Rollout-Roadmap entschieden?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